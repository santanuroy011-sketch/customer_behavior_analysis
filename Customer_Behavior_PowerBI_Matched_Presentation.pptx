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Customer Behavior Analysis – Power BI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1345" y="3429000"/>
            <a:ext cx="6400800" cy="1752600"/>
          </a:xfrm>
        </p:spPr>
        <p:txBody>
          <a:bodyPr/>
          <a:lstStyle/>
          <a:p>
            <a:r>
              <a:rPr dirty="0">
                <a:latin typeface="Bahnschrift Condensed" panose="020B0502040204020203" pitchFamily="34" charset="0"/>
              </a:rPr>
              <a:t>Power BI Project Presentation</a:t>
            </a:r>
          </a:p>
          <a:p>
            <a:r>
              <a:rPr dirty="0">
                <a:latin typeface="Bahnschrift Condensed" panose="020B0502040204020203" pitchFamily="34" charset="0"/>
              </a:rPr>
              <a:t>Prepared by Shantanu R</a:t>
            </a:r>
            <a:r>
              <a:rPr lang="en-US" dirty="0">
                <a:latin typeface="Bahnschrift Condensed" panose="020B0502040204020203" pitchFamily="34" charset="0"/>
              </a:rPr>
              <a:t>oy</a:t>
            </a:r>
            <a:endParaRPr dirty="0">
              <a:latin typeface="Bahnschrift Condensed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lgerian" panose="04020705040A02060702" pitchFamily="82" charset="0"/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Business lacked clarity on customer purchasing behavior</a:t>
            </a:r>
          </a:p>
          <a:p>
            <a:pPr lvl="1"/>
            <a:r>
              <a:rPr dirty="0"/>
              <a:t>Difficulty identifying high-value and low-engagement customers</a:t>
            </a:r>
          </a:p>
          <a:p>
            <a:pPr lvl="1"/>
            <a:r>
              <a:rPr dirty="0"/>
              <a:t>Need for a centralized Power BI dashboard for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C1D07-F08E-3E27-828C-5C59AFC1D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4" y="1128390"/>
            <a:ext cx="8696331" cy="5454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lgerian" panose="04020705040A02060702" pitchFamily="82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Bahnschrift Light Condensed" panose="020B0502040204020203" pitchFamily="34" charset="0"/>
              </a:rPr>
              <a:t>Analyze customer behavior using Power BI</a:t>
            </a:r>
          </a:p>
          <a:p>
            <a:pPr lvl="1"/>
            <a:r>
              <a:rPr sz="3200" dirty="0">
                <a:latin typeface="Bahnschrift Light Condensed" panose="020B0502040204020203" pitchFamily="34" charset="0"/>
              </a:rPr>
              <a:t>Track key performance indicators (KPIs)</a:t>
            </a:r>
          </a:p>
          <a:p>
            <a:pPr lvl="1"/>
            <a:r>
              <a:rPr sz="3200" dirty="0">
                <a:latin typeface="Bahnschrift Light Condensed" panose="020B0502040204020203" pitchFamily="34" charset="0"/>
              </a:rPr>
              <a:t>Enable data-driven marketing and retention strategies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91E69-FB27-603F-C271-2AE05463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" y="4038643"/>
            <a:ext cx="9078592" cy="1495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lgerian" panose="04020705040A02060702" pitchFamily="82" charset="0"/>
              </a:rP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18266-82D4-1BE5-5C75-D2E6FB07E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60" y="1742839"/>
            <a:ext cx="3610479" cy="3372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D5637E-79B4-C443-F24A-0DFB12917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6078"/>
            <a:ext cx="8229600" cy="4700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lgerian" panose="04020705040A02060702" pitchFamily="82" charset="0"/>
              </a:rPr>
              <a:t>Power BI Dashboard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E154A-A17C-390C-DCF0-E64542634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2" y="1417638"/>
            <a:ext cx="8578392" cy="5077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lgerian" panose="04020705040A02060702" pitchFamily="82" charset="0"/>
              </a:rPr>
              <a:t>Filters &amp; Slicers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4246775" cy="4866588"/>
          </a:xfrm>
        </p:spPr>
        <p:txBody>
          <a:bodyPr>
            <a:normAutofit/>
          </a:bodyPr>
          <a:lstStyle/>
          <a:p>
            <a:r>
              <a:rPr dirty="0">
                <a:latin typeface="Bahnschrift Light Condensed" panose="020B0502040204020203" pitchFamily="34" charset="0"/>
              </a:rPr>
              <a:t>Date range slicer for time-based analysis</a:t>
            </a:r>
          </a:p>
          <a:p>
            <a:pPr lvl="1"/>
            <a:r>
              <a:rPr sz="3200" dirty="0">
                <a:latin typeface="Bahnschrift Light Condensed" panose="020B0502040204020203" pitchFamily="34" charset="0"/>
              </a:rPr>
              <a:t>Customer segment slicer</a:t>
            </a:r>
          </a:p>
          <a:p>
            <a:pPr lvl="1"/>
            <a:r>
              <a:rPr sz="3200" dirty="0">
                <a:latin typeface="Bahnschrift Light Condensed" panose="020B0502040204020203" pitchFamily="34" charset="0"/>
              </a:rPr>
              <a:t>Product category slicer for drill-down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3DBD5-C4C5-8768-9752-A389865C7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597" y="1417638"/>
            <a:ext cx="3483204" cy="47345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Customers grouped based on purchase frequency and spending</a:t>
            </a:r>
          </a:p>
          <a:p>
            <a:pPr lvl="1"/>
            <a:r>
              <a:rPr dirty="0"/>
              <a:t>High-value customers generate maximum revenue</a:t>
            </a:r>
          </a:p>
          <a:p>
            <a:pPr lvl="1"/>
            <a:r>
              <a:rPr dirty="0"/>
              <a:t>Low-frequency customers identified for re-engagement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31C7A-65BB-5A94-B2CE-B5381CDF1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36" y="528232"/>
            <a:ext cx="8802328" cy="5801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lgerian" panose="04020705040A02060702" pitchFamily="82" charset="0"/>
              </a:rPr>
              <a:t>Sales &amp; Behavior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35691" cy="4725186"/>
          </a:xfrm>
        </p:spPr>
        <p:txBody>
          <a:bodyPr>
            <a:normAutofit/>
          </a:bodyPr>
          <a:lstStyle/>
          <a:p>
            <a:r>
              <a:rPr sz="2900" dirty="0">
                <a:latin typeface="Bahnschrift SemiLight Condensed" panose="020B0502040204020203" pitchFamily="34" charset="0"/>
              </a:rPr>
              <a:t>Repeat customers have higher average order value</a:t>
            </a:r>
          </a:p>
          <a:p>
            <a:pPr lvl="1"/>
            <a:r>
              <a:rPr sz="2900" dirty="0">
                <a:latin typeface="Bahnschrift SemiLight Condensed" panose="020B0502040204020203" pitchFamily="34" charset="0"/>
              </a:rPr>
              <a:t>Clear seasonal trends observed in sales</a:t>
            </a:r>
          </a:p>
          <a:p>
            <a:pPr lvl="1"/>
            <a:r>
              <a:rPr sz="2900" dirty="0">
                <a:latin typeface="Bahnschrift SemiLight Condensed" panose="020B0502040204020203" pitchFamily="34" charset="0"/>
              </a:rPr>
              <a:t>Certain categories consistently outperform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ED853-425D-80D0-DDCC-3AD22DA2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476" y="1329179"/>
            <a:ext cx="4636635" cy="52541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Introduce loyalty programs for high-value customers</a:t>
            </a:r>
          </a:p>
          <a:p>
            <a:pPr lvl="1"/>
            <a:r>
              <a:rPr dirty="0"/>
              <a:t>Target low-engagement customers with promotions</a:t>
            </a:r>
          </a:p>
          <a:p>
            <a:pPr lvl="1"/>
            <a:r>
              <a:rPr dirty="0"/>
              <a:t>Use dashboard for continuous performance monitoring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CC66C-A33A-3685-3165-3243CE944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0" y="377072"/>
            <a:ext cx="8849960" cy="6400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900" dirty="0"/>
              <a:t>Power BI dashboard provides real-time customer insights</a:t>
            </a:r>
          </a:p>
          <a:p>
            <a:pPr lvl="1"/>
            <a:r>
              <a:rPr sz="2900" dirty="0"/>
              <a:t>Improves decision-making through interactive visuals</a:t>
            </a:r>
          </a:p>
          <a:p>
            <a:pPr lvl="1"/>
            <a:r>
              <a:rPr sz="2900" dirty="0"/>
              <a:t>Supports marketing, sales, and retention strategies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601F-96F6-37B1-61FE-84CA0354B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270DA4-E436-A419-4F30-D30D3B5DA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75414"/>
            <a:ext cx="9030878" cy="670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22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169</Words>
  <Application>Microsoft Office PowerPoint</Application>
  <PresentationFormat>On-screen Show (4:3)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Arial</vt:lpstr>
      <vt:lpstr>Bahnschrift Condensed</vt:lpstr>
      <vt:lpstr>Bahnschrift Light Condensed</vt:lpstr>
      <vt:lpstr>Bahnschrift SemiLight Condensed</vt:lpstr>
      <vt:lpstr>Calibri</vt:lpstr>
      <vt:lpstr>Office Theme</vt:lpstr>
      <vt:lpstr>Customer Behavior Analysis – Power BI Dashboard</vt:lpstr>
      <vt:lpstr>Business Problem</vt:lpstr>
      <vt:lpstr>Project Objective</vt:lpstr>
      <vt:lpstr>Data Overview</vt:lpstr>
      <vt:lpstr>Power BI Dashboard Structure</vt:lpstr>
      <vt:lpstr>Filters &amp; Slicers Used</vt:lpstr>
      <vt:lpstr>Customer Segmentation Analysis</vt:lpstr>
      <vt:lpstr>Sales &amp; Behavior Insights</vt:lpstr>
      <vt:lpstr>Business 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SANTANU ROY</cp:lastModifiedBy>
  <cp:revision>10</cp:revision>
  <dcterms:created xsi:type="dcterms:W3CDTF">2013-01-27T09:14:16Z</dcterms:created>
  <dcterms:modified xsi:type="dcterms:W3CDTF">2026-01-10T07:33:41Z</dcterms:modified>
  <cp:category/>
</cp:coreProperties>
</file>